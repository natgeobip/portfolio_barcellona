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"/>
          <p:cNvSpPr txBox="1"/>
          <p:nvPr/>
        </p:nvSpPr>
        <p:spPr>
          <a:xfrm>
            <a:off x="36576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ESA – SPACE-ENABLED SOLUTIONS FOR RESILIENT GRIDS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365760" y="457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Referenze: DRAINS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Resilience In Adaptive and Intelligent urbaN Scenarios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SPACE, rischio di allagamento urbano e gestione delle reti di drenaggio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097280"/>
            <a:ext cx="0" cy="54864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051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Avvio 12/2025 (contratto ASI) · fine da confermare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0" cy="54864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051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 confermare] · progetto in RTI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11430000" cy="868680"/>
          </a:xfrm>
          <a:prstGeom prst="rect">
            <a:avLst/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14" name="Descrizione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DESCRIZIONE DEL PROGETTO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Piattaforma web GIS su ArcGIS per le pubbliche amministrazioni, che integra dati satellitari, modello digitale del terreno, piani ufficiali (PAI, PGRA), previsioni meteo e segnalazioni georeferenziate di cittadini e operatori per mappare il rischio di allagamento urbano e supportare la gestione delle caditoie. Sviluppata per l'Agenzia Spaziale Italiana (contratto ASI n. 2025-81-I.0) dall'RTI BIP, IPT Sat e Spacexe.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743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APPROCCIO ALLA PARTECIPAZIONE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301752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Ruoli chiari tra chi finanzia, chi sviluppa e chi usa la piattaforma. Riferimenti: Direttiva 2007/60/CE, D.Lgs. 49/2010, linee guida AGID.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365760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37560"/>
            <a:ext cx="1143000" cy="868680"/>
          </a:xfrm>
          <a:prstGeom prst="rect">
            <a:avLst/>
          </a:prstGeom>
          <a:solidFill>
            <a:srgbClr val="DC2A1E"/>
          </a:solidFill>
          <a:ln w="12700">
            <a:solidFill>
              <a:srgbClr val="DC2A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375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Committente e finanziatore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Finanzia e valida il progetto. Utenti finali: amministrazioni pubbliche (viewer ed editor).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337560"/>
            <a:ext cx="365760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337560"/>
            <a:ext cx="1143000" cy="868680"/>
          </a:xfrm>
          <a:prstGeom prst="rect">
            <a:avLst/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33375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Sviluppo e integrazione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Progetta e integra la piattaforma: servizi cartografici, web app, app mobile e dashboard.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3337560"/>
            <a:ext cx="365760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337560"/>
            <a:ext cx="1143000" cy="868680"/>
          </a:xfrm>
          <a:prstGeom prst="rect">
            <a:avLst/>
          </a:prstGeom>
          <a:solidFill>
            <a:srgbClr val="55687F"/>
          </a:solidFill>
          <a:ln w="12700">
            <a:solidFill>
              <a:srgbClr val="5568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33375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RTI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 Sat e Spacexe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dell'RTI. [Ruoli specifici da completare]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315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PRINCIPALI ATTIVITÀ PREVISTE</a:t>
            </a:r>
            <a:endParaRPr lang="en-US" sz="1400" dirty="0"/>
          </a:p>
        </p:txBody>
      </p:sp>
      <p:sp>
        <p:nvSpPr>
          <p:cNvPr id="30" name="Attivita"/>
          <p:cNvSpPr txBox="1"/>
          <p:nvPr/>
        </p:nvSpPr>
        <p:spPr>
          <a:xfrm>
            <a:off x="365760" y="4590288"/>
            <a:ext cx="5897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Raccolta e armonizzazione di dati ufficiali, satellitari, meteo e segnalazioni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 di rischio TWI e 2 scenari di allagamento (caditoie ostruite/funzionanti)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 ArcGIS Enterprise (OGC/REST), dashboard, strumenti GIS e livelli live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Segnalazioni dei cittadini (Survey123) e app mobile per i manutentori sul campo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utenti e ruoli, backup e aggiornamento continuo di dati e servizi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92240" y="4297680"/>
            <a:ext cx="530352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43159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 ATTESI PER IL CLIENTE</a:t>
            </a:r>
            <a:endParaRPr lang="en-US" sz="1400" dirty="0"/>
          </a:p>
        </p:txBody>
      </p:sp>
      <p:sp>
        <p:nvSpPr>
          <p:cNvPr id="33" name="Benefici"/>
          <p:cNvSpPr txBox="1"/>
          <p:nvPr/>
        </p:nvSpPr>
        <p:spPr>
          <a:xfrm>
            <a:off x="6629400" y="4590288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eterogenei trasformati in informazioni operative in un'unica vista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Rischio strutturale e condizioni correnti (meteo, segnalazioni) a confronto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 più mirati sulle caditoie grazie al confronto tra scenari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Soluzione replicabile e scalabile su altri territori e domini ambientali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5779008"/>
            <a:ext cx="1143000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35" name="Output"/>
          <p:cNvSpPr txBox="1"/>
          <p:nvPr/>
        </p:nvSpPr>
        <p:spPr>
          <a:xfrm>
            <a:off x="365760" y="583387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</a:t>
            </a:r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Piattaforma web GIS con mappa di rischio, 2 scenari, dashboard e strumenti GIS; app mobile per i manutentori e modulo di segnalazione per i cittadini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6217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E TECNOLOGIE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06040" y="621792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6217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Immagini satellitari e DTM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62179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17720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Enterprise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62179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6217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Builder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400" y="62179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0" y="6217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Survey123 / Field Maps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601200" y="621792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6217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Previsioni meteo (API)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384280" y="62179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B2240"/>
          </a:solidFill>
          <a:ln w="12700">
            <a:solidFill>
              <a:srgbClr val="0B224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384280" y="6217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 OGC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6537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ESA COLLEGATI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606040" y="65379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606040" y="6537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 definire]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Referenze: DRAINS</dc:title>
  <dc:subject>PptxGenJS Presentation</dc:subject>
  <dc:creator>PptxGenJS</dc:creator>
  <cp:lastModifiedBy>PptxGenJS</cp:lastModifiedBy>
  <cp:revision>1</cp:revision>
  <dcterms:created xsi:type="dcterms:W3CDTF">2026-10-28T10:40:17Z</dcterms:created>
  <dcterms:modified xsi:type="dcterms:W3CDTF">2026-10-28T10:40:17Z</dcterms:modified>
</cp:coreProperties>
</file>